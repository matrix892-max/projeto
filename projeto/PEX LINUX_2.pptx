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85" r:id="rId7"/>
    <p:sldId id="260" r:id="rId8"/>
    <p:sldId id="261" r:id="rId9"/>
    <p:sldId id="275" r:id="rId10"/>
    <p:sldId id="263" r:id="rId11"/>
    <p:sldId id="264" r:id="rId12"/>
    <p:sldId id="265" r:id="rId13"/>
    <p:sldId id="266" r:id="rId14"/>
    <p:sldId id="267" r:id="rId15"/>
    <p:sldId id="276" r:id="rId16"/>
    <p:sldId id="268" r:id="rId17"/>
    <p:sldId id="277" r:id="rId18"/>
    <p:sldId id="286" r:id="rId19"/>
    <p:sldId id="278" r:id="rId20"/>
    <p:sldId id="279" r:id="rId21"/>
    <p:sldId id="284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B8A8A-2F41-460E-B262-56A298B0032D}" v="2" dt="2026-09-30T05:05:11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Souza" userId="d56805feb4f2b459" providerId="LiveId" clId="{D32A4F6B-9E6C-46E0-83F4-3590C13C3C13}"/>
    <pc:docChg chg="custSel modSld">
      <pc:chgData name="Guilherme Souza" userId="d56805feb4f2b459" providerId="LiveId" clId="{D32A4F6B-9E6C-46E0-83F4-3590C13C3C13}" dt="2026-09-30T05:05:11.113" v="11"/>
      <pc:docMkLst>
        <pc:docMk/>
      </pc:docMkLst>
      <pc:sldChg chg="addSp delSp modSp mod">
        <pc:chgData name="Guilherme Souza" userId="d56805feb4f2b459" providerId="LiveId" clId="{D32A4F6B-9E6C-46E0-83F4-3590C13C3C13}" dt="2026-09-30T05:03:16.421" v="4"/>
        <pc:sldMkLst>
          <pc:docMk/>
          <pc:sldMk cId="4259342963" sldId="274"/>
        </pc:sldMkLst>
        <pc:spChg chg="del">
          <ac:chgData name="Guilherme Souza" userId="d56805feb4f2b459" providerId="LiveId" clId="{D32A4F6B-9E6C-46E0-83F4-3590C13C3C13}" dt="2026-09-30T05:02:31.136" v="0" actId="478"/>
          <ac:spMkLst>
            <pc:docMk/>
            <pc:sldMk cId="4259342963" sldId="274"/>
            <ac:spMk id="26" creationId="{B43ECCAE-2FB6-29C4-F5DC-CF56B946E6D1}"/>
          </ac:spMkLst>
        </pc:spChg>
        <pc:spChg chg="add mod">
          <ac:chgData name="Guilherme Souza" userId="d56805feb4f2b459" providerId="LiveId" clId="{D32A4F6B-9E6C-46E0-83F4-3590C13C3C13}" dt="2026-09-30T05:03:16.421" v="4"/>
          <ac:spMkLst>
            <pc:docMk/>
            <pc:sldMk cId="4259342963" sldId="274"/>
            <ac:spMk id="27" creationId="{179C9676-02A1-02FA-CA4D-BF15FBD30D38}"/>
          </ac:spMkLst>
        </pc:spChg>
      </pc:sldChg>
      <pc:sldChg chg="addSp delSp modSp mod">
        <pc:chgData name="Guilherme Souza" userId="d56805feb4f2b459" providerId="LiveId" clId="{D32A4F6B-9E6C-46E0-83F4-3590C13C3C13}" dt="2026-09-30T05:05:11.113" v="11"/>
        <pc:sldMkLst>
          <pc:docMk/>
          <pc:sldMk cId="3305831507" sldId="277"/>
        </pc:sldMkLst>
        <pc:spChg chg="del">
          <ac:chgData name="Guilherme Souza" userId="d56805feb4f2b459" providerId="LiveId" clId="{D32A4F6B-9E6C-46E0-83F4-3590C13C3C13}" dt="2026-09-30T05:04:09.426" v="5" actId="478"/>
          <ac:spMkLst>
            <pc:docMk/>
            <pc:sldMk cId="3305831507" sldId="277"/>
            <ac:spMk id="6" creationId="{9884461A-4A89-9D1C-10F1-7CF28440FE45}"/>
          </ac:spMkLst>
        </pc:spChg>
        <pc:spChg chg="add del">
          <ac:chgData name="Guilherme Souza" userId="d56805feb4f2b459" providerId="LiveId" clId="{D32A4F6B-9E6C-46E0-83F4-3590C13C3C13}" dt="2026-09-30T05:04:19.456" v="7" actId="478"/>
          <ac:spMkLst>
            <pc:docMk/>
            <pc:sldMk cId="3305831507" sldId="277"/>
            <ac:spMk id="7" creationId="{6F2F90D4-BF62-9086-E7FC-C4AA39BFC8A7}"/>
          </ac:spMkLst>
        </pc:spChg>
        <pc:spChg chg="add mod">
          <ac:chgData name="Guilherme Souza" userId="d56805feb4f2b459" providerId="LiveId" clId="{D32A4F6B-9E6C-46E0-83F4-3590C13C3C13}" dt="2026-09-30T05:05:11.113" v="11"/>
          <ac:spMkLst>
            <pc:docMk/>
            <pc:sldMk cId="3305831507" sldId="277"/>
            <ac:spMk id="9" creationId="{4F01CA7C-10CA-89C4-1897-96230B167D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985AA-175F-A1AE-0E7D-CFA0AA6BA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D60D97-A2C5-98EC-E6B6-A2FB65770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5226EF-DE7C-6210-5FDB-379CCDE6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CAB309-E665-10F1-D2C4-F497AF18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665536-75DD-2E4C-B609-F5593E3C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30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37B81-8628-2B60-4B70-BB0524D7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348FC-0E06-38A8-BC4E-2526E41A0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DB4C15-C107-E3B2-FB34-D763D90A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FBEA66-6C8C-ADE4-6049-F497B6E9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8A7E43-9456-CF34-FB3F-B3F9F18E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24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B46C8-AE72-11C5-7E27-BA293507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080441-5159-DAEB-531E-AF4AC2FF4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CB8D12-009A-CE7D-2855-D5CBAB41A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83A357-C677-1223-9066-60AFE20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ECB1BB-A2AC-C81D-DEF1-F8EA1DB6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80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8CACE-79C0-7B0F-E6DA-2E8B1E43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20E26E-3EA6-775D-C04D-26C4118BF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AB3AE6-071E-08DE-F6A0-4D059E00E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DE7B57-0EC9-D962-1D91-86B2B77F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A4F982-7607-924F-980F-CFD82411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A55360-BDF5-BE1B-7000-08A9DB74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0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767CE-9037-46A8-0202-72B2B768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F74141-12BE-E2F0-3870-E6E605B49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6A9C95-D28B-2352-B2A6-4CC3526DC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5DCE59E-941E-FD53-50BD-719874F67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0367E1-91FA-AA15-B5EE-2A3A883B8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B2E103-95A2-76D2-847E-C130C4F1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C0D811-FB99-BD5B-6B8E-43A56F77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24E35E-082A-16EF-CC31-4EBFDA22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68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16602-7687-EC73-A871-0A708470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FBB276-DD77-38DD-1102-9361D2ED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75489B-F71A-3DD1-FE47-BE0E151D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561A1F-4897-9ED8-1EDA-0C7E27C2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35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5462BE-5430-72D2-56F7-4F705E2DA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8BD525-F743-273A-C947-3A29FE57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F7DBCC-1132-843E-3BF0-936E7B2A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78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19E4E-130E-BC42-95A2-11475E4A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9CE136-049E-8DA8-78CD-AD7BAA95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3422FA-3D99-4863-D31E-02C6A3E5F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B3AE16-DDAA-60DE-590E-561652BA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FD45D2-F195-318A-CE39-A00F8E4D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A7BBD0-7741-F4FE-7642-0B1DF869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98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4A0B-099F-AB3A-DC7C-1E670B18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BBBDEA-6B32-20FD-A421-68469914F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871BDD-8B8C-792C-9F40-30E217DEC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A96293-46BF-37D0-47A4-EEEA33EA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A2FB24-64B3-7DA4-62F5-9D16C2D2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633204-B250-2FB4-1E0E-E8CF5E39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60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051C6-9FEC-9DFD-2FE3-9988131D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25DF9A-A057-2CB9-62F9-CB3C12129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551885-344B-EA08-9140-C38E62540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12B884-8AB6-C16A-77A5-9D96FEC1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30E9A2-B3EE-09DE-E44A-E76BEC08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6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E1E701-B083-73A1-23EA-F46BBE033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1F22A4-75F0-4645-7B98-9CEB6B7B8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C8666C-D102-7D6F-2F3C-0B2378376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D8CDA-DA4B-97ED-4E85-6029B31E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BB99F6-5BB2-5924-EFC1-39CA766B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54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0DE3D1-9497-B6CE-7F1F-B25FBF90A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BAE9C9-D554-B929-EF27-144B17362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AC11C9-8D23-A446-44B7-9828B2694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DC859-FC3A-414D-A2C4-60A569CD4723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3A8D96-A0BB-E210-577E-FBECB20DD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FBE151-0CB8-B613-1391-0F6012761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FFDFC-7F3D-4F2A-B66C-ACEBBEB474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13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3B7E0-65AD-45A4-E9A5-E491B80828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0E4622-B709-06B5-2157-23AEA5E26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53B17AF-3750-7F63-6DF9-00CF8C756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8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44"/>
    </mc:Choice>
    <mc:Fallback xmlns="">
      <p:transition spd="slow" advTm="774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E21A3B68-5CD8-ECBA-8058-F9240AF38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3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01"/>
    </mc:Choice>
    <mc:Fallback xmlns="">
      <p:transition spd="slow" advTm="890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251CC6BB-5D1C-642D-3316-26B1710FA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4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15"/>
    </mc:Choice>
    <mc:Fallback xmlns="">
      <p:transition spd="slow" advTm="66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3CC1B83-0399-FD95-C9E7-1082270F3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5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73"/>
    </mc:Choice>
    <mc:Fallback xmlns="">
      <p:transition spd="slow" advTm="427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id="{A82BB02D-3C2E-DC39-6085-7B643FD43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548EAB1-87E5-5791-0874-E584E9DD1C6F}"/>
              </a:ext>
            </a:extLst>
          </p:cNvPr>
          <p:cNvSpPr/>
          <p:nvPr/>
        </p:nvSpPr>
        <p:spPr>
          <a:xfrm>
            <a:off x="1828800" y="5771535"/>
            <a:ext cx="432499" cy="3293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6B95FAD2-D26A-CB38-B116-462DDE48A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6629397"/>
            <a:ext cx="228603" cy="228603"/>
          </a:xfrm>
          <a:prstGeom prst="rect">
            <a:avLst/>
          </a:prstGeom>
        </p:spPr>
      </p:pic>
      <p:sp>
        <p:nvSpPr>
          <p:cNvPr id="27" name="Retângulo: Cantos Arredondados 26">
            <a:hlinkClick r:id="rId4" action="ppaction://hlinksldjump"/>
            <a:extLst>
              <a:ext uri="{FF2B5EF4-FFF2-40B4-BE49-F238E27FC236}">
                <a16:creationId xmlns:a16="http://schemas.microsoft.com/office/drawing/2014/main" id="{179C9676-02A1-02FA-CA4D-BF15FBD30D38}"/>
              </a:ext>
            </a:extLst>
          </p:cNvPr>
          <p:cNvSpPr/>
          <p:nvPr/>
        </p:nvSpPr>
        <p:spPr>
          <a:xfrm>
            <a:off x="0" y="6341806"/>
            <a:ext cx="428933" cy="51619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34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C02CA6-34B5-43DD-5ABA-B1707F2E7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3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601CE6F-4169-8C25-E617-297954A0E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8C99D4B-3D3F-0F10-A2AF-E6EF6071E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62" y="4268427"/>
            <a:ext cx="228603" cy="228603"/>
          </a:xfrm>
          <a:prstGeom prst="rect">
            <a:avLst/>
          </a:prstGeom>
        </p:spPr>
      </p:pic>
      <p:sp>
        <p:nvSpPr>
          <p:cNvPr id="9" name="Retângulo: Cantos Arredondados 8">
            <a:hlinkClick r:id="rId4" action="ppaction://hlinksldjump"/>
            <a:extLst>
              <a:ext uri="{FF2B5EF4-FFF2-40B4-BE49-F238E27FC236}">
                <a16:creationId xmlns:a16="http://schemas.microsoft.com/office/drawing/2014/main" id="{C6083C30-8CDC-2D94-E84F-BCE6592F2977}"/>
              </a:ext>
            </a:extLst>
          </p:cNvPr>
          <p:cNvSpPr/>
          <p:nvPr/>
        </p:nvSpPr>
        <p:spPr>
          <a:xfrm>
            <a:off x="0" y="4159045"/>
            <a:ext cx="1366684" cy="33798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69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047DF5D-369E-29FF-4717-1CD3F750C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7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424237-D327-63EC-F199-256B9F836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99E5683-34BC-F5A5-14D1-45F36A612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433" y="1859524"/>
            <a:ext cx="228603" cy="228603"/>
          </a:xfrm>
          <a:prstGeom prst="rect">
            <a:avLst/>
          </a:prstGeom>
        </p:spPr>
      </p:pic>
      <p:sp>
        <p:nvSpPr>
          <p:cNvPr id="6" name="Retângulo: Cantos Arredondados 5">
            <a:hlinkClick r:id="rId4" action="ppaction://hlinksldjump"/>
            <a:extLst>
              <a:ext uri="{FF2B5EF4-FFF2-40B4-BE49-F238E27FC236}">
                <a16:creationId xmlns:a16="http://schemas.microsoft.com/office/drawing/2014/main" id="{282ED619-C2DF-9539-D3DC-A421BF00F1A9}"/>
              </a:ext>
            </a:extLst>
          </p:cNvPr>
          <p:cNvSpPr/>
          <p:nvPr/>
        </p:nvSpPr>
        <p:spPr>
          <a:xfrm>
            <a:off x="6449961" y="1563329"/>
            <a:ext cx="655075" cy="747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59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CACC80-DC1A-2B2B-AEB5-30008A9FD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2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C9366E-1D0F-C2DC-834F-3604015CE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945E2EE-BAEC-2F18-3C69-1EAF0DC81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647" y="1820194"/>
            <a:ext cx="228603" cy="228603"/>
          </a:xfrm>
          <a:prstGeom prst="rect">
            <a:avLst/>
          </a:prstGeom>
        </p:spPr>
      </p:pic>
      <p:sp>
        <p:nvSpPr>
          <p:cNvPr id="7" name="Retângulo: Cantos Arredondados 6">
            <a:hlinkClick r:id="rId4" action="ppaction://hlinksldjump"/>
            <a:extLst>
              <a:ext uri="{FF2B5EF4-FFF2-40B4-BE49-F238E27FC236}">
                <a16:creationId xmlns:a16="http://schemas.microsoft.com/office/drawing/2014/main" id="{3C64EB10-4FE3-61AA-825C-E9999F669FBE}"/>
              </a:ext>
            </a:extLst>
          </p:cNvPr>
          <p:cNvSpPr/>
          <p:nvPr/>
        </p:nvSpPr>
        <p:spPr>
          <a:xfrm>
            <a:off x="4326194" y="1710813"/>
            <a:ext cx="943896" cy="8652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9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D9F0D84-14FD-5077-5688-32C27280F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45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5054074-9855-4EE2-A2A6-89691624D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574F7E9-DFA8-7D16-CF6B-52F2552BD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229" y="138878"/>
            <a:ext cx="228603" cy="228603"/>
          </a:xfrm>
          <a:prstGeom prst="rect">
            <a:avLst/>
          </a:prstGeom>
        </p:spPr>
      </p:pic>
      <p:sp>
        <p:nvSpPr>
          <p:cNvPr id="7" name="Retângulo: Cantos Arredondados 6">
            <a:hlinkClick r:id="rId4" action="ppaction://hlinksldjump"/>
            <a:extLst>
              <a:ext uri="{FF2B5EF4-FFF2-40B4-BE49-F238E27FC236}">
                <a16:creationId xmlns:a16="http://schemas.microsoft.com/office/drawing/2014/main" id="{44530F73-7B61-6C55-C422-28ED01023E9F}"/>
              </a:ext>
            </a:extLst>
          </p:cNvPr>
          <p:cNvSpPr/>
          <p:nvPr/>
        </p:nvSpPr>
        <p:spPr>
          <a:xfrm>
            <a:off x="11973229" y="0"/>
            <a:ext cx="218771" cy="47194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146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0D16C8-41AB-A4FC-9B24-D30A7237E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89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4CDAF74-15BC-69D1-B080-AF15E74DF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6277060-B443-552E-7A65-2FE91CD28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524" y="748479"/>
            <a:ext cx="228603" cy="228603"/>
          </a:xfrm>
          <a:prstGeom prst="rect">
            <a:avLst/>
          </a:prstGeom>
        </p:spPr>
      </p:pic>
      <p:sp>
        <p:nvSpPr>
          <p:cNvPr id="8" name="Retângulo: Cantos Arredondados 7">
            <a:hlinkClick r:id="rId4" action="ppaction://hlinksldjump"/>
            <a:extLst>
              <a:ext uri="{FF2B5EF4-FFF2-40B4-BE49-F238E27FC236}">
                <a16:creationId xmlns:a16="http://schemas.microsoft.com/office/drawing/2014/main" id="{B290102E-D0FF-5061-93FF-1465493CECC0}"/>
              </a:ext>
            </a:extLst>
          </p:cNvPr>
          <p:cNvSpPr/>
          <p:nvPr/>
        </p:nvSpPr>
        <p:spPr>
          <a:xfrm>
            <a:off x="9006348" y="639097"/>
            <a:ext cx="228603" cy="33798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501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B091B7F-0A6F-3B11-CB1D-533CDFDEC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30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4AC480-9CB4-E1C6-E2F5-5E4AA0A6B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B1A34B5-4E8F-B9E0-2E0B-70441766F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60" y="6625657"/>
            <a:ext cx="228603" cy="228603"/>
          </a:xfrm>
          <a:prstGeom prst="rect">
            <a:avLst/>
          </a:prstGeom>
        </p:spPr>
      </p:pic>
      <p:sp>
        <p:nvSpPr>
          <p:cNvPr id="9" name="Retângulo: Cantos Arredondados 8">
            <a:hlinkClick r:id="rId4" action="ppaction://hlinksldjump"/>
            <a:extLst>
              <a:ext uri="{FF2B5EF4-FFF2-40B4-BE49-F238E27FC236}">
                <a16:creationId xmlns:a16="http://schemas.microsoft.com/office/drawing/2014/main" id="{4F01CA7C-10CA-89C4-1897-96230B167D39}"/>
              </a:ext>
            </a:extLst>
          </p:cNvPr>
          <p:cNvSpPr/>
          <p:nvPr/>
        </p:nvSpPr>
        <p:spPr>
          <a:xfrm>
            <a:off x="0" y="6253316"/>
            <a:ext cx="468263" cy="6009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831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DDFA023-D8C8-4AE6-486C-B712218A3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76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B78D9B8-27F6-8263-BC06-6B2861839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815E8CF-5301-B700-A22D-DA1B99F64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60" y="5684272"/>
            <a:ext cx="228603" cy="228603"/>
          </a:xfrm>
          <a:prstGeom prst="rect">
            <a:avLst/>
          </a:prstGeom>
        </p:spPr>
      </p:pic>
      <p:sp>
        <p:nvSpPr>
          <p:cNvPr id="7" name="Retângulo: Cantos Arredondados 6">
            <a:hlinkClick r:id="rId4" action="ppaction://hlinksldjump"/>
            <a:extLst>
              <a:ext uri="{FF2B5EF4-FFF2-40B4-BE49-F238E27FC236}">
                <a16:creationId xmlns:a16="http://schemas.microsoft.com/office/drawing/2014/main" id="{74B8110E-43EB-D6AA-8006-060D43AD2DEF}"/>
              </a:ext>
            </a:extLst>
          </p:cNvPr>
          <p:cNvSpPr/>
          <p:nvPr/>
        </p:nvSpPr>
        <p:spPr>
          <a:xfrm>
            <a:off x="0" y="5515897"/>
            <a:ext cx="1347019" cy="3969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456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7C26C0-A602-EAA2-37AF-534551AD3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6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B74E0C-EED5-EF25-ECB9-9A6029C18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12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AD33518-16D0-B01F-2686-E3BA17321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3D8B4BD-A297-2229-8C8C-0CBC3FE7F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892" y="5005846"/>
            <a:ext cx="228603" cy="228603"/>
          </a:xfrm>
          <a:prstGeom prst="rect">
            <a:avLst/>
          </a:prstGeom>
        </p:spPr>
      </p:pic>
      <p:sp>
        <p:nvSpPr>
          <p:cNvPr id="6" name="Retângulo: Cantos Arredondados 5">
            <a:hlinkClick r:id="rId4" action="ppaction://hlinksldjump"/>
            <a:extLst>
              <a:ext uri="{FF2B5EF4-FFF2-40B4-BE49-F238E27FC236}">
                <a16:creationId xmlns:a16="http://schemas.microsoft.com/office/drawing/2014/main" id="{5EC8460E-F007-5774-7B7C-A089DD56907A}"/>
              </a:ext>
            </a:extLst>
          </p:cNvPr>
          <p:cNvSpPr/>
          <p:nvPr/>
        </p:nvSpPr>
        <p:spPr>
          <a:xfrm>
            <a:off x="3018503" y="4807974"/>
            <a:ext cx="2025445" cy="7865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114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5FDF595-D113-8B59-A534-F741D8D2D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82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227ED3-8B36-E8A7-2A08-BCC536114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CFD8675-9ECD-6A2E-A9F7-77CB95786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356" y="502672"/>
            <a:ext cx="228603" cy="228603"/>
          </a:xfrm>
          <a:prstGeom prst="rect">
            <a:avLst/>
          </a:prstGeom>
        </p:spPr>
      </p:pic>
      <p:sp>
        <p:nvSpPr>
          <p:cNvPr id="6" name="Retângulo: Cantos Arredondados 5">
            <a:hlinkClick r:id="rId4" action="ppaction://hlinksldjump"/>
            <a:extLst>
              <a:ext uri="{FF2B5EF4-FFF2-40B4-BE49-F238E27FC236}">
                <a16:creationId xmlns:a16="http://schemas.microsoft.com/office/drawing/2014/main" id="{70C19A4E-1AD4-9B8B-10E8-180C51472100}"/>
              </a:ext>
            </a:extLst>
          </p:cNvPr>
          <p:cNvSpPr/>
          <p:nvPr/>
        </p:nvSpPr>
        <p:spPr>
          <a:xfrm>
            <a:off x="8976852" y="353961"/>
            <a:ext cx="360107" cy="37731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305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8D5E0D-C584-357B-2B4D-6928FF280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106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Juliana Cardoso</dc:creator>
  <cp:lastModifiedBy>Guilherme Souza</cp:lastModifiedBy>
  <cp:revision>2</cp:revision>
  <dcterms:created xsi:type="dcterms:W3CDTF">2026-08-29T18:46:56Z</dcterms:created>
  <dcterms:modified xsi:type="dcterms:W3CDTF">2026-09-30T05:05:18Z</dcterms:modified>
</cp:coreProperties>
</file>