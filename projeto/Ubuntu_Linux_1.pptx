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Inter"/>
      <p:bold r:id="rId14"/>
    </p:embeddedFont>
    <p:embeddedFont>
      <p:font typeface="Ubuntu"/>
      <p:bold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1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0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4433738"/>
            <a:ext cx="609600" cy="38100"/>
          </a:xfrm>
          <a:prstGeom prst="roundRect">
            <a:avLst>
              <a:gd name="adj" fmla="val 50000"/>
            </a:avLst>
          </a:prstGeom>
          <a:solidFill>
            <a:srgbClr val="E95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2386012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95420"/>
                </a:solidFill>
                <a:latin typeface="Ubuntu"/>
              </a:rPr>
              <a:t>UMA NOVA EXPERIÊNCIA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38437"/>
            <a:ext cx="6070573" cy="61555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830"/>
              </a:lnSpc>
            </a:pPr>
            <a:r>
              <a:rPr sz="4200" b="1" i="0" u="none" dirty="0" err="1">
                <a:solidFill>
                  <a:srgbClr val="FFFFFF"/>
                </a:solidFill>
                <a:latin typeface="Ubuntu"/>
              </a:rPr>
              <a:t>Descubra</a:t>
            </a:r>
            <a:r>
              <a:rPr sz="4200" b="1" i="0" u="none" dirty="0">
                <a:solidFill>
                  <a:srgbClr val="FFFFFF"/>
                </a:solidFill>
                <a:latin typeface="Ubuntu"/>
              </a:rPr>
              <a:t> o Ubuntu Linux</a:t>
            </a:r>
            <a:r>
              <a:rPr lang="pt-BR" sz="4200" b="1" i="0" u="none" dirty="0">
                <a:solidFill>
                  <a:srgbClr val="FFFFFF"/>
                </a:solidFill>
                <a:latin typeface="Ubuntu"/>
              </a:rPr>
              <a:t>_</a:t>
            </a:r>
            <a:endParaRPr sz="4200" b="1" i="0" u="none" dirty="0">
              <a:solidFill>
                <a:srgbClr val="FFFFFF"/>
              </a:solidFill>
              <a:latin typeface="Ubuntu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9600" y="3542258"/>
            <a:ext cx="6953250" cy="58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sz="1650" b="0" i="0" u="none">
                <a:solidFill>
                  <a:srgbClr val="E0D0DC"/>
                </a:solidFill>
                <a:latin typeface="Inter"/>
              </a:rPr>
              <a:t>Conheça o sistema operacional moderno, rápido e gratuito que é alternativa perfeita ao Windows.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95625"/>
            <a:ext cx="3454449" cy="171450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68849" y="3095625"/>
            <a:ext cx="3454449" cy="171450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128099" y="3014662"/>
            <a:ext cx="3454449" cy="1876425"/>
          </a:xfrm>
          <a:prstGeom prst="roundRect">
            <a:avLst>
              <a:gd name="adj" fmla="val 8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PRESENÇA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Você Já Usa Linux Sem Saber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918" y="3438525"/>
            <a:ext cx="3841812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sz="4200" b="1" i="0" u="none">
                <a:solidFill>
                  <a:srgbClr val="E95420"/>
                </a:solidFill>
                <a:latin typeface="Ubuntu"/>
              </a:rPr>
              <a:t>90%+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873" y="4048125"/>
            <a:ext cx="40339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Inter"/>
              </a:rPr>
              <a:t>Da Nuvem e Servidores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918" y="4305300"/>
            <a:ext cx="3841812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Sustenta sites como Google, Netflix e Amazon.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5168" y="3438525"/>
            <a:ext cx="3841812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sz="4200" b="1" i="0" u="none">
                <a:solidFill>
                  <a:srgbClr val="77216F"/>
                </a:solidFill>
                <a:latin typeface="Ubuntu"/>
              </a:rPr>
              <a:t>3 Bilhões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9123" y="4048125"/>
            <a:ext cx="40339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Inter"/>
              </a:rPr>
              <a:t>Smartphones no Mundo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5168" y="4305300"/>
            <a:ext cx="3841812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A base do sistema Android é o Linux.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4418" y="3357562"/>
            <a:ext cx="3841812" cy="533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sz="4200" b="1" i="0" u="none">
                <a:solidFill>
                  <a:srgbClr val="E95420"/>
                </a:solidFill>
                <a:latin typeface="Ubuntu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8372" y="3967162"/>
            <a:ext cx="40339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Inter"/>
              </a:rPr>
              <a:t>Dos Supercomputadores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4418" y="4224337"/>
            <a:ext cx="384181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Usado na NASA, pesquisas e inteligência artificial.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43225"/>
            <a:ext cx="3505200" cy="19812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943225"/>
            <a:ext cx="3505200" cy="19812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943225"/>
            <a:ext cx="3505200" cy="19812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3248025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3248025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0" y="3248025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837" y="3371850"/>
            <a:ext cx="238125" cy="2095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3925" y="3371850"/>
            <a:ext cx="209550" cy="2095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725" y="3371850"/>
            <a:ext cx="209550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DIFERENCIAIS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Por Que Milhões Escolhem o Ubuntu?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3895725"/>
            <a:ext cx="390048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Zero Custo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4238625"/>
            <a:ext cx="30670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Livre de assinaturas, licenças de uso ou taxas escondidas.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0100" y="3895725"/>
            <a:ext cx="390048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Velocidade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0100" y="4238625"/>
            <a:ext cx="30670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Inicialização rápida e excelente desempenho em qualquer computador.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3895725"/>
            <a:ext cx="38481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Sem Transtornos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4238625"/>
            <a:ext cx="30670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Inter"/>
              </a:rPr>
              <a:t>Livre de vírus comuns e sem reinicializações forçadas.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686050"/>
            <a:ext cx="5343525" cy="2495550"/>
          </a:xfrm>
          <a:prstGeom prst="roundRect">
            <a:avLst>
              <a:gd name="adj" fmla="val 610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57925" y="2886075"/>
            <a:ext cx="5324475" cy="2095500"/>
          </a:xfrm>
          <a:prstGeom prst="roundRect">
            <a:avLst>
              <a:gd name="adj" fmla="val 7272"/>
            </a:avLst>
          </a:prstGeom>
          <a:solidFill>
            <a:srgbClr val="772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A EXPERIÊNCIA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O Que Muda na Sua Rotina Diária?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925" y="3000375"/>
            <a:ext cx="618827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64748B"/>
                </a:solidFill>
                <a:latin typeface="Inter"/>
              </a:rPr>
              <a:t>Na Rotina 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62725" y="3190875"/>
            <a:ext cx="56292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Inter"/>
              </a:rPr>
              <a:t>Na Rotina Ubuntu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925" y="3419475"/>
            <a:ext cx="4810125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Inter"/>
              </a:rPr>
              <a:t>Atualizações Inesperadas:</a:t>
            </a:r>
            <a:r>
              <a:rPr sz="1200" b="0" i="0" u="none">
                <a:solidFill>
                  <a:srgbClr val="475569"/>
                </a:solidFill>
                <a:latin typeface="Inter"/>
              </a:rPr>
              <a:t> Interrupções no meio do seu trabalho.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925" y="3952875"/>
            <a:ext cx="4810125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Inter"/>
              </a:rPr>
              <a:t>Lentidão Progressiva:</a:t>
            </a:r>
            <a:r>
              <a:rPr sz="1200" b="0" i="0" u="none">
                <a:solidFill>
                  <a:srgbClr val="475569"/>
                </a:solidFill>
                <a:latin typeface="Inter"/>
              </a:rPr>
              <a:t> Computador fica pesado com o passar dos meses.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925" y="4486275"/>
            <a:ext cx="4810125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Inter"/>
              </a:rPr>
              <a:t>Preocupação com Antivírus:</a:t>
            </a:r>
            <a:r>
              <a:rPr sz="1200" b="0" i="0" u="none">
                <a:solidFill>
                  <a:srgbClr val="475569"/>
                </a:solidFill>
                <a:latin typeface="Inter"/>
              </a:rPr>
              <a:t> Necessidade de proteção paga e pesada.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725" y="3609975"/>
            <a:ext cx="4810125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1F5F9"/>
                </a:solidFill>
                <a:latin typeface="Inter"/>
              </a:rPr>
              <a:t>Você no Controle:</a:t>
            </a:r>
            <a:r>
              <a:rPr sz="1200" b="0" i="0" u="none">
                <a:solidFill>
                  <a:srgbClr val="F1F5F9"/>
                </a:solidFill>
                <a:latin typeface="Inter"/>
              </a:rPr>
              <a:t> Atualizações rápidas e sem interromper seu uso.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725" y="4143375"/>
            <a:ext cx="56292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1F5F9"/>
                </a:solidFill>
                <a:latin typeface="Inter"/>
              </a:rPr>
              <a:t>Desempenho Constante:</a:t>
            </a:r>
            <a:r>
              <a:rPr sz="1200" b="0" i="0" u="none">
                <a:solidFill>
                  <a:srgbClr val="F1F5F9"/>
                </a:solidFill>
                <a:latin typeface="Inter"/>
              </a:rPr>
              <a:t> O sistema permanece leve por anos.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2725" y="4486275"/>
            <a:ext cx="56292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1F5F9"/>
                </a:solidFill>
                <a:latin typeface="Inter"/>
              </a:rPr>
              <a:t>Tranquilidade Nativa:</a:t>
            </a:r>
            <a:r>
              <a:rPr sz="1200" b="0" i="0" u="none">
                <a:solidFill>
                  <a:srgbClr val="F1F5F9"/>
                </a:solidFill>
                <a:latin typeface="Inter"/>
              </a:rPr>
              <a:t> Arquitetura protegida por padrão.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71812"/>
            <a:ext cx="3505200" cy="1724025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071812"/>
            <a:ext cx="3505200" cy="1724025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3071812"/>
            <a:ext cx="3505200" cy="1724025"/>
          </a:xfrm>
          <a:prstGeom prst="roundRect">
            <a:avLst>
              <a:gd name="adj" fmla="val 883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3348037"/>
            <a:ext cx="381000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5" y="3348037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3425" y="3348037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" y="3452812"/>
            <a:ext cx="17145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3450" y="3452812"/>
            <a:ext cx="133350" cy="1714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3452812"/>
            <a:ext cx="171450" cy="171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COMPATIBILIDADE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Seus Aplicativos Favoritos Já Estão Aqui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3881437"/>
            <a:ext cx="387548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Navegação 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825" y="4157662"/>
            <a:ext cx="30480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Google Chrome, Firefox, Opera e Edge nativos.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9625" y="3881437"/>
            <a:ext cx="3875484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Trabalho &amp; Documentos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9625" y="4157662"/>
            <a:ext cx="30480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LibreOffice, OnlyOffice e Google Docs integrados.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3425" y="3881437"/>
            <a:ext cx="38385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Comunicação &amp; Mídia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3425" y="4157662"/>
            <a:ext cx="30480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Spotify, Zoom, Teams, Discord, Slack e VLC.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138487"/>
            <a:ext cx="3505200" cy="1590675"/>
          </a:xfrm>
          <a:prstGeom prst="roundRect">
            <a:avLst>
              <a:gd name="adj" fmla="val 95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138487"/>
            <a:ext cx="3505200" cy="1590675"/>
          </a:xfrm>
          <a:prstGeom prst="roundRect">
            <a:avLst>
              <a:gd name="adj" fmla="val 95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3152775"/>
            <a:ext cx="3505200" cy="1562100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3138487"/>
            <a:ext cx="3505200" cy="38100"/>
          </a:xfrm>
          <a:prstGeom prst="rect">
            <a:avLst/>
          </a:prstGeom>
          <a:solidFill>
            <a:srgbClr val="E95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343400" y="3138487"/>
            <a:ext cx="3505200" cy="38100"/>
          </a:xfrm>
          <a:prstGeom prst="rect">
            <a:avLst/>
          </a:prstGeom>
          <a:solidFill>
            <a:srgbClr val="772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077200" y="3152775"/>
            <a:ext cx="3505200" cy="38100"/>
          </a:xfrm>
          <a:prstGeom prst="rect">
            <a:avLst/>
          </a:prstGeom>
          <a:solidFill>
            <a:srgbClr val="E95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PRATICIDADE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Instalar Programas Ficou Tão Fácil Quanto no Celular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481387"/>
            <a:ext cx="37147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PASSO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719512"/>
            <a:ext cx="390048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Abra a App Center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4062412"/>
            <a:ext cx="306705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Uma loja unificada com milhares de aplicativos catalogados.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3481387"/>
            <a:ext cx="37147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7216F"/>
                </a:solidFill>
                <a:latin typeface="Inter"/>
              </a:rPr>
              <a:t>PASSO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719512"/>
            <a:ext cx="3900487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Clique em Instalar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0100" y="4062412"/>
            <a:ext cx="306705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Sem procurar arquivos na web ou se preocupar com vírus.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3495675"/>
            <a:ext cx="37147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PASSO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3733800"/>
            <a:ext cx="38481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Pronto para Usar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4048125"/>
            <a:ext cx="306705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Tudo atualizado automaticamente em um único lugar.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86075"/>
            <a:ext cx="5334000" cy="209550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886075"/>
            <a:ext cx="5334000" cy="209550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3200400"/>
            <a:ext cx="457200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25" y="3200400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3324225"/>
            <a:ext cx="209550" cy="2095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0837" y="3324225"/>
            <a:ext cx="180975" cy="209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PRIVACIDADE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Seu Computador Pertence a Você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925" y="3848100"/>
            <a:ext cx="6175771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Inter"/>
              </a:rPr>
              <a:t>Zero Anúncios Integrados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925" y="421005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Sem propagandas no menu iniciar, ofertas de softwares de terceiros ou notificações invasivas.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725" y="3848100"/>
            <a:ext cx="5629275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Inter"/>
              </a:rPr>
              <a:t>Sem Rastreamento de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2725" y="4210050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Seus dados pessoais e arquivos nunca são coletados para perfil de publicidade.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95625"/>
            <a:ext cx="3454449" cy="171450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68849" y="3014662"/>
            <a:ext cx="3454449" cy="1876425"/>
          </a:xfrm>
          <a:prstGeom prst="roundRect">
            <a:avLst>
              <a:gd name="adj" fmla="val 812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128099" y="3095625"/>
            <a:ext cx="3454449" cy="1714500"/>
          </a:xfrm>
          <a:prstGeom prst="roundRect">
            <a:avLst>
              <a:gd name="adj" fmla="val 888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SUSTENTABILIDADE &amp; ECONOMIA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Renove o Desempenho do Seu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918" y="3400425"/>
            <a:ext cx="3841812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E95420"/>
                </a:solidFill>
                <a:latin typeface="Ubuntu"/>
              </a:rPr>
              <a:t>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873" y="4086225"/>
            <a:ext cx="40339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Inter"/>
              </a:rPr>
              <a:t>Menos Consumo de Memória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918" y="4343400"/>
            <a:ext cx="3841812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Mais espaço livre para rodar seus aplicativos.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5168" y="3319462"/>
            <a:ext cx="3841812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77216F"/>
                </a:solidFill>
                <a:latin typeface="Ubuntu"/>
              </a:rPr>
              <a:t>+5 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9123" y="4005262"/>
            <a:ext cx="40339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Inter"/>
              </a:rPr>
              <a:t>De Vida Útil Para o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5168" y="4262437"/>
            <a:ext cx="3841812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Transforma computadores antigos em máquinas rápidas.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4418" y="3400425"/>
            <a:ext cx="3841812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>
                <a:solidFill>
                  <a:srgbClr val="E95420"/>
                </a:solidFill>
                <a:latin typeface="Ubuntu"/>
              </a:rPr>
              <a:t>R$ 0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8372" y="4086225"/>
            <a:ext cx="403390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Inter"/>
              </a:rPr>
              <a:t>Custo com Troca de 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4418" y="4343400"/>
            <a:ext cx="3841812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Inter"/>
              </a:rPr>
              <a:t>Sem comprar novas licenças de uso.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267075"/>
            <a:ext cx="2600325" cy="1371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3267075"/>
            <a:ext cx="2600325" cy="1371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3267075"/>
            <a:ext cx="2600325" cy="1371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3357562"/>
            <a:ext cx="2600325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COMUNIDADE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Para Quem É o Ubuntu?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533775"/>
            <a:ext cx="2712839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Uso Pessoal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829050"/>
            <a:ext cx="2162175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Para navegar, estudar, assistir filmes e trabalhar com tranquilidade.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7125" y="3533775"/>
            <a:ext cx="2712839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Estudantes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7125" y="3829050"/>
            <a:ext cx="2162175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Ferramentas educacionais gratuitas sem travas de software.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7950" y="3533775"/>
            <a:ext cx="2712839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Profissionais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7950" y="3829050"/>
            <a:ext cx="2162175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Ambiente estável e produtivo para criadores e desenvolvedores.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48775" y="3624262"/>
            <a:ext cx="2712839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Empresas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8775" y="3919537"/>
            <a:ext cx="216217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Redução massiva de custos e alta segurança corporativa.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38475"/>
            <a:ext cx="5372100" cy="182880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3038475"/>
            <a:ext cx="5372100" cy="182880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3352800"/>
            <a:ext cx="381000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425" y="3352800"/>
            <a:ext cx="381000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3457575"/>
            <a:ext cx="133350" cy="171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675" y="3457575"/>
            <a:ext cx="190500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ZERO RISCO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Você Pode Testar Sem Apagar Nada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886200"/>
            <a:ext cx="642580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Testar no Pendrive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4191000"/>
            <a:ext cx="49911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Experimente o sistema diretamente de um pendrive sem alterar seus arquivos.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8425" y="3886200"/>
            <a:ext cx="574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Inter"/>
              </a:rPr>
              <a:t>Usar Lado a 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8425" y="4191000"/>
            <a:ext cx="4991100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Mantenha o Windows e escolha qual sistema abrir ao ligar o computador.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357562"/>
            <a:ext cx="2600325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0425" y="3357562"/>
            <a:ext cx="2600325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3357562"/>
            <a:ext cx="2600325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82075" y="3357562"/>
            <a:ext cx="2600325" cy="1190625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533400"/>
            <a:ext cx="1158240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95420"/>
                </a:solidFill>
                <a:latin typeface="Inter"/>
              </a:rPr>
              <a:t>VISÃO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71525"/>
            <a:ext cx="11582400" cy="4286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Ubuntu"/>
              </a:rPr>
              <a:t>O Futuro do Seu Computador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825" y="3633787"/>
            <a:ext cx="268783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Liberdade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825" y="3910012"/>
            <a:ext cx="21431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Sem taxas, licenças atreladas ou custos recorrentes.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6650" y="3633787"/>
            <a:ext cx="268783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Fluidez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650" y="3910012"/>
            <a:ext cx="21431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Computador mais rápido, leve e responsivo no dia a dia.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7475" y="3633787"/>
            <a:ext cx="268783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Segurança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7475" y="3910012"/>
            <a:ext cx="21431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Proteção ativa e navegação na internet sem medos.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8300" y="3633787"/>
            <a:ext cx="268783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Inter"/>
              </a:rPr>
              <a:t>Simplicidade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8300" y="3910012"/>
            <a:ext cx="21431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Inter"/>
              </a:rPr>
              <a:t>Interface limpa, moderna e muito intuitiva.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0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814887" y="4043362"/>
            <a:ext cx="2562225" cy="466725"/>
          </a:xfrm>
          <a:prstGeom prst="roundRect">
            <a:avLst>
              <a:gd name="adj" fmla="val 50000"/>
            </a:avLst>
          </a:prstGeom>
          <a:solidFill>
            <a:srgbClr val="E95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155406" y="2347912"/>
            <a:ext cx="188118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E95420"/>
                </a:solidFill>
                <a:latin typeface="Ubuntu"/>
              </a:rPr>
              <a:t>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89224" y="2700337"/>
            <a:ext cx="8413551" cy="619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900" b="1" i="0" u="none">
                <a:solidFill>
                  <a:srgbClr val="FFFFFF"/>
                </a:solidFill>
                <a:latin typeface="Ubuntu"/>
              </a:rPr>
              <a:t>Pronto para Ver na Prática?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0609" y="3509962"/>
            <a:ext cx="6250781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E0D0DC"/>
                </a:solidFill>
                <a:latin typeface="Inter"/>
              </a:rPr>
              <a:t>Acompanhe agora a demonstração ao vivo do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7509" y="4176712"/>
            <a:ext cx="2516981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FFFFFF"/>
                </a:solidFill>
                <a:latin typeface="Inter"/>
              </a:rPr>
              <a:t>Demonstração ao Vivo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550</Words>
  <Application>Microsoft Office PowerPoint</Application>
  <PresentationFormat>Widescreen</PresentationFormat>
  <Paragraphs>98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Calibri</vt:lpstr>
      <vt:lpstr>Arial</vt:lpstr>
      <vt:lpstr>Ubuntu</vt:lpstr>
      <vt:lpstr>Inter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Marciano Penaforte da Cruz</cp:lastModifiedBy>
  <cp:revision>3</cp:revision>
  <dcterms:created xsi:type="dcterms:W3CDTF">2013-01-27T09:14:16Z</dcterms:created>
  <dcterms:modified xsi:type="dcterms:W3CDTF">2026-10-12T04:45:16Z</dcterms:modified>
  <cp:category/>
</cp:coreProperties>
</file>