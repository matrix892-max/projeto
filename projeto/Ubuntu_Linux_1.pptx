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Ubuntu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fefdf824-7656-4b6f-b863-6cd677dfd5ea.fntdata" /><ns0:Relationship Id="rIdFont20" Type="http://schemas.openxmlformats.org/officeDocument/2006/relationships/font" Target="fonts/447de188-39d9-4e53-9aaa-a5dfe127e90e.fntdata" /><ns0:Relationship Id="rIdFont21" Type="http://schemas.openxmlformats.org/officeDocument/2006/relationships/font" Target="fonts/af15ecb1-ce71-485c-8b1f-c28b79107c4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43373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E95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386012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95420"/>
                </a:solidFill>
                <a:latin typeface="Ubuntu"/>
              </a:rPr>
              <a:t>UMA NOVA EXPERIÊNCIA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38437"/>
            <a:ext cx="1062632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Ubuntu"/>
              </a:rPr>
              <a:t>Descubra o Ubuntu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42258"/>
            <a:ext cx="6953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E0D0DC"/>
                </a:solidFill>
                <a:latin typeface="Inter"/>
              </a:rPr>
              <a:t>Conheça o sistema operacional moderno, rápido e gratuito que é alternativa perfeita ao Windows.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5625"/>
            <a:ext cx="3454449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95625"/>
            <a:ext cx="3454449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014662"/>
            <a:ext cx="3454449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PRESENÇA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Você Já Usa Linux Sem Saber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918" y="3438525"/>
            <a:ext cx="384181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E95420"/>
                </a:solidFill>
                <a:latin typeface="Ubuntu"/>
              </a:rPr>
              <a:t>90%+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873" y="4048125"/>
            <a:ext cx="40339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Da Nuvem e Servidores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918" y="4305300"/>
            <a:ext cx="384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Sustenta sites como Google, Netflix e Amazon.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168" y="3438525"/>
            <a:ext cx="384181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77216F"/>
                </a:solidFill>
                <a:latin typeface="Ubuntu"/>
              </a:rPr>
              <a:t>3 Bilhões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9123" y="4048125"/>
            <a:ext cx="40339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Smartphones no Mundo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5168" y="4305300"/>
            <a:ext cx="384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A base do sistema Android é o Linux.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4418" y="3357562"/>
            <a:ext cx="384181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E95420"/>
                </a:solidFill>
                <a:latin typeface="Ubuntu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8372" y="3967162"/>
            <a:ext cx="40339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Dos Supercomputadores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4418" y="4224337"/>
            <a:ext cx="384181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Usado na NASA, pesquisas e inteligência artificial.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3225"/>
            <a:ext cx="350520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3225"/>
            <a:ext cx="350520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43225"/>
            <a:ext cx="350520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4802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2480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32480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37" y="3371850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925" y="337185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725" y="337185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DIFERENCIAIS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Por Que Milhões Escolhem o Ubuntu?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95725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Zero Custo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238625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Livre de assinaturas, licenças de uso ou taxas escondidas.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895725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Velocidade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238625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Inicialização rápida e excelente desempenho em qualquer computador.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895725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Sem Transtornos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238625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Livre de vírus comuns e sem reinicializações forçadas.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6050"/>
            <a:ext cx="5343525" cy="2495550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886075"/>
            <a:ext cx="5324475" cy="2095500"/>
          </a:xfrm>
          <a:prstGeom prst="roundRect">
            <a:avLst>
              <a:gd name="adj" fmla="val 7272"/>
            </a:avLst>
          </a:prstGeom>
          <a:solidFill>
            <a:srgbClr val="772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A EXPERIÊNCIA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O Que Muda na Sua Rotina Diária?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00375"/>
            <a:ext cx="618827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Inter"/>
              </a:rPr>
              <a:t>Na Rotina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190875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Na Rotina Ubuntu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419475"/>
            <a:ext cx="4810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Atualizações Inesperadas: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Interrupções no meio do seu trabalho.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952875"/>
            <a:ext cx="4810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Lentidão Progressiva: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Computador fica pesado com o passar dos meses.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486275"/>
            <a:ext cx="4810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Preocupação com Antivírus: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Necessidade de proteção paga e pesada.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09975"/>
            <a:ext cx="4810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Você no Controle: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Atualizações rápidas e sem interromper seu uso.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1433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Desempenho Constante: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O sistema permanece leve por anos.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486275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Tranquilidade Nativa: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Arquitetura protegida por padrão.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1812"/>
            <a:ext cx="3505200" cy="1724025"/>
          </a:xfrm>
          <a:prstGeom prst="roundRect">
            <a:avLst>
              <a:gd name="adj" fmla="val 88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71812"/>
            <a:ext cx="3505200" cy="1724025"/>
          </a:xfrm>
          <a:prstGeom prst="roundRect">
            <a:avLst>
              <a:gd name="adj" fmla="val 88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71812"/>
            <a:ext cx="3505200" cy="1724025"/>
          </a:xfrm>
          <a:prstGeom prst="roundRect">
            <a:avLst>
              <a:gd name="adj" fmla="val 88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4803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4803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4803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452812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452812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45281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COMPATIBILIDADE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Seus Aplicativos Favoritos Já Estão Aqui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81437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Navegação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157662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Google Chrome, Firefox, Opera e Edge nativos.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81437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Trabalho &amp; Documentos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157662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LibreOffice, OnlyOffice e Google Docs integrados.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81437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Comunicação &amp; Mídia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157662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Spotify, Zoom, Teams, Discord, Slack e VLC.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8487"/>
            <a:ext cx="3505200" cy="1590675"/>
          </a:xfrm>
          <a:prstGeom prst="roundRect">
            <a:avLst>
              <a:gd name="adj" fmla="val 95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38487"/>
            <a:ext cx="3505200" cy="1590675"/>
          </a:xfrm>
          <a:prstGeom prst="roundRect">
            <a:avLst>
              <a:gd name="adj" fmla="val 95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52775"/>
            <a:ext cx="3505200" cy="156210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138487"/>
            <a:ext cx="3505200" cy="38100"/>
          </a:xfrm>
          <a:prstGeom prst="rect">
            <a:avLst/>
          </a:prstGeom>
          <a:solidFill>
            <a:srgbClr val="E95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3138487"/>
            <a:ext cx="3505200" cy="38100"/>
          </a:xfrm>
          <a:prstGeom prst="rect">
            <a:avLst/>
          </a:prstGeom>
          <a:solidFill>
            <a:srgbClr val="772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152775"/>
            <a:ext cx="3505200" cy="38100"/>
          </a:xfrm>
          <a:prstGeom prst="rect">
            <a:avLst/>
          </a:prstGeom>
          <a:solidFill>
            <a:srgbClr val="E95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PRATICIDADE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Instalar Programas Ficou Tão Fácil Quanto no Celular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481387"/>
            <a:ext cx="3714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PASSO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719512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Abra a App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062412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Uma loja unificada com milhares de aplicativos catalogados.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481387"/>
            <a:ext cx="3714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7216F"/>
                </a:solidFill>
                <a:latin typeface="Inter"/>
              </a:rPr>
              <a:t>PASSO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719512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Clique em Instalar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4062412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Sem procurar arquivos na web ou se preocupar com vírus.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495675"/>
            <a:ext cx="3714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PASSO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733800"/>
            <a:ext cx="3848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Pronto para Usar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048125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Tudo atualizado automaticamente em um único lugar.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6075"/>
            <a:ext cx="5334000" cy="20955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86075"/>
            <a:ext cx="5334000" cy="20955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0040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004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3324225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837" y="3324225"/>
            <a:ext cx="18097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PRIVACIDADE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Seu Computador Pertence a Você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848100"/>
            <a:ext cx="61757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Zero Anúncios Integrados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1005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Sem propagandas no menu iniciar, ofertas de softwares de terceiros ou notificações invasivas.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848100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Sem Rastreamento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21005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Seus dados pessoais e arquivos nunca são coletados para perfil de publicidade.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5625"/>
            <a:ext cx="3454449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14662"/>
            <a:ext cx="3454449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095625"/>
            <a:ext cx="3454449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SUSTENTABILIDADE &amp; ECONOMIA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Renove o Desempenho do Seu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918" y="3400425"/>
            <a:ext cx="384181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E95420"/>
                </a:solidFill>
                <a:latin typeface="Ubuntu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873" y="4086225"/>
            <a:ext cx="40339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Menos Consumo de Memória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918" y="4343400"/>
            <a:ext cx="384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Mais espaço livre para rodar seus aplicativos.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168" y="3319462"/>
            <a:ext cx="384181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77216F"/>
                </a:solidFill>
                <a:latin typeface="Ubuntu"/>
              </a:rPr>
              <a:t>+5 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9123" y="4005262"/>
            <a:ext cx="40339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De Vida Útil Para o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5168" y="4262437"/>
            <a:ext cx="384181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Transforma computadores antigos em máquinas rápidas.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4418" y="3400425"/>
            <a:ext cx="384181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E95420"/>
                </a:solidFill>
                <a:latin typeface="Ubuntu"/>
              </a:rPr>
              <a:t>R$ 0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8372" y="4086225"/>
            <a:ext cx="40339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Custo com Troca de 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4418" y="4343400"/>
            <a:ext cx="384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Sem comprar novas licenças de uso.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7075"/>
            <a:ext cx="2600325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267075"/>
            <a:ext cx="2600325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67075"/>
            <a:ext cx="2600325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357562"/>
            <a:ext cx="2600325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COMUNIDADE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Para Quem É o Ubuntu?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33775"/>
            <a:ext cx="27128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Uso Pessoal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29050"/>
            <a:ext cx="21621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Para navegar, estudar, assistir filmes e trabalhar com tranquilidade.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7125" y="3533775"/>
            <a:ext cx="27128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Estudantes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3829050"/>
            <a:ext cx="21621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Ferramentas educacionais gratuitas sem travas de software.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3533775"/>
            <a:ext cx="27128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Profissionais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50" y="3829050"/>
            <a:ext cx="21621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Ambiente estável e produtivo para criadores e desenvolvedores.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8775" y="3624262"/>
            <a:ext cx="27128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Empresas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8775" y="3919537"/>
            <a:ext cx="21621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Redução massiva de custos e alta segurança corporativa.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8475"/>
            <a:ext cx="53721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38475"/>
            <a:ext cx="53721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5280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35280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457575"/>
            <a:ext cx="1333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3457575"/>
            <a:ext cx="1905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ZERO RISCO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Você Pode Testar Sem Apagar 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86200"/>
            <a:ext cx="642580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Testar no Pendrive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91000"/>
            <a:ext cx="4991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Experimente o sistema diretamente de um pendrive sem alterar seus arquivos.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886200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Usar Lado a 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4191000"/>
            <a:ext cx="4991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Mantenha o Windows e escolha qual sistema abrir ao ligar o computador.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57562"/>
            <a:ext cx="2600325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357562"/>
            <a:ext cx="2600325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357562"/>
            <a:ext cx="2600325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357562"/>
            <a:ext cx="2600325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95420"/>
                </a:solidFill>
                <a:latin typeface="Inter"/>
              </a:rPr>
              <a:t>VISÃO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Ubuntu"/>
              </a:rPr>
              <a:t>O Futuro do Seu Computador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33787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Liberdade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910012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Sem taxas, licenças atreladas ou custos recorrentes.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6650" y="3633787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Fluidez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910012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Computador mais rápido, leve e responsivo no dia a 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633787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3910012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Proteção ativa e navegação na internet sem medos.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8300" y="3633787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Simplicidade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8300" y="3910012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Interface limpa, moderna e muito intuitiva.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14887" y="4043362"/>
            <a:ext cx="2562225" cy="466725"/>
          </a:xfrm>
          <a:prstGeom prst="roundRect">
            <a:avLst>
              <a:gd name="adj" fmla="val 50000"/>
            </a:avLst>
          </a:prstGeom>
          <a:solidFill>
            <a:srgbClr val="E95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55406" y="2347912"/>
            <a:ext cx="188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E95420"/>
                </a:solidFill>
                <a:latin typeface="Ubuntu"/>
              </a:rP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9224" y="2700337"/>
            <a:ext cx="8413551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Ubuntu"/>
              </a:rPr>
              <a:t>Pronto para Ver na Prática?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0609" y="3509962"/>
            <a:ext cx="6250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E0D0DC"/>
                </a:solidFill>
                <a:latin typeface="Inter"/>
              </a:rPr>
              <a:t>Acompanhe agora a demonstração ao vivo do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7509" y="4176712"/>
            <a:ext cx="251698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Demonstração ao Vivo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